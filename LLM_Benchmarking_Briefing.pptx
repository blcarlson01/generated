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LLM Benchmarking Framework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Strategic Approach to Model Evaluation for Leadership &amp; Teams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Benchmarking LLMs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Ensures consistent measurement of model performance over time</a:t>
            </a:r>
          </a:p>
          <a:p>
            <a:pPr/>
            <a:r>
              <a:t>Aligns evaluation with organizational priorities &amp; risk tolerance</a:t>
            </a:r>
          </a:p>
          <a:p>
            <a:pPr/>
            <a:r>
              <a:t>Enables comparison across model versions and vendors</a:t>
            </a:r>
          </a:p>
          <a:p>
            <a:pPr/>
            <a:r>
              <a:t>Drives responsible adoption, quality, and continuous improvement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Level 1: Publicly Available Benchmarks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Industry-standard tests for general LLM capability</a:t>
            </a:r>
          </a:p>
          <a:p>
            <a:pPr/>
            <a:r>
              <a:t>Examples: MMLU, MT-Bench, HumanEval, GSM8K</a:t>
            </a:r>
          </a:p>
          <a:p>
            <a:pPr/>
            <a:r>
              <a:t>Pros: Comparable, objective, openly validated</a:t>
            </a:r>
          </a:p>
          <a:p>
            <a:pPr/>
            <a:r>
              <a:t>Cons: Models are increasingly optimized for these tests → limited real-world signal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Level 2: Internal Data Similar to Public Benchmarks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Adapts public benchmarks using company-specific terminology and context</a:t>
            </a:r>
          </a:p>
          <a:p>
            <a:pPr/>
            <a:r>
              <a:t>Maintains comparability to industry results while tailoring to your domain</a:t>
            </a:r>
          </a:p>
          <a:p>
            <a:pPr/>
            <a:r>
              <a:t>Pros: More relevant performance insights with minimal privacy risk</a:t>
            </a:r>
          </a:p>
          <a:p>
            <a:pPr/>
            <a:r>
              <a:t>Cons: Still limited to synthetic or sanitized data scenarios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Level 3: Employee‑Driven Benchmarks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Benchmarks built using real employee workflows and problem‑solving tasks</a:t>
            </a:r>
          </a:p>
          <a:p>
            <a:pPr/>
            <a:r>
              <a:t>Captures performance in actual business scenarios</a:t>
            </a:r>
          </a:p>
          <a:p>
            <a:pPr/>
            <a:r>
              <a:t>Pros: Measures impact on productivity, accuracy, and user experience</a:t>
            </a:r>
          </a:p>
          <a:p>
            <a:pPr/>
            <a:r>
              <a:t>Cons: Requires safe data handling, clear evaluation rubrics, and time investment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Level 4: Strategic Impact Benchmark (Proposed)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Evaluates LLMs based on measurable business outcomes and risk-aware decision making</a:t>
            </a:r>
          </a:p>
          <a:p>
            <a:pPr/>
            <a:r>
              <a:t>Combines employee usage analytics, human feedback, and real task success rates</a:t>
            </a:r>
          </a:p>
          <a:p>
            <a:pPr/>
            <a:r>
              <a:t>Benchmarks include: time‑saved, error reduction, customer satisfaction, and compliance scoring</a:t>
            </a:r>
          </a:p>
          <a:p>
            <a:pPr/>
            <a:r>
              <a:t>Incorporates scenario‑based stress testing (edge cases, ambiguity, ethical constraints)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Benchmark Levels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Level 1 → Public Benchmarks: General capability &amp; industry comparison</a:t>
            </a:r>
          </a:p>
          <a:p>
            <a:pPr/>
            <a:r>
              <a:t>Level 2 → Internal Public‑Style: Context‑aware capability checks</a:t>
            </a:r>
          </a:p>
          <a:p>
            <a:pPr/>
            <a:r>
              <a:t>Level 3 → Employee Tests: Real‑world practical relevance</a:t>
            </a:r>
          </a:p>
          <a:p>
            <a:pPr/>
            <a:r>
              <a:t>Level 4 → Strategic Impact: Business value, risk, and scalability metrics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for Leadership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Adopt all 4 levels to create a holistic LLM performance scorecard</a:t>
            </a:r>
          </a:p>
          <a:p>
            <a:pPr/>
            <a:r>
              <a:t>Prioritize Levels 3 &amp; 4 for enterprise‑readiness validation</a:t>
            </a:r>
          </a:p>
          <a:p>
            <a:pPr/>
            <a:r>
              <a:t>Establish governance to update benchmarks quarterly</a:t>
            </a:r>
          </a:p>
          <a:p>
            <a:pPr/>
            <a:r>
              <a:t>Publish results internally to drive transparency and trust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Form an LLM Benchmarking working group</a:t>
            </a:r>
          </a:p>
          <a:p>
            <a:pPr/>
            <a:r>
              <a:t>Define Level 3 tasks and scoring rubrics with SMEs</a:t>
            </a:r>
          </a:p>
          <a:p>
            <a:pPr/>
            <a:r>
              <a:t>Pilot Level 4 benchmark with one business unit</a:t>
            </a:r>
          </a:p>
          <a:p>
            <a:pPr/>
            <a:r>
              <a:t>Review findings and scale across the organization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