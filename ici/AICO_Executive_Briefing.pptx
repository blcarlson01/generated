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AB6E8"/>
                </a:solidFill>
                <a:latin typeface="Calibri"/>
              </a:rPr>
              <a:t>AI CAPABILITY OBSERVATORY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Measuring, Forecasting, and Governing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AI Model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FDEF2"/>
                </a:solidFill>
                <a:latin typeface="Calibri"/>
              </a:rPr>
              <a:t>An enterprise platform that replaces leaderboard opinion with an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FDEF2"/>
                </a:solidFill>
                <a:latin typeface="Calibri"/>
              </a:rPr>
              <a:t>auditable, reproducible measurement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DEF2"/>
                </a:solidFill>
                <a:latin typeface="Calibri"/>
              </a:rPr>
              <a:t>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172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FDEF2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1.  Executive summary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2.  The business problem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3.  What AICO does — the capability pipeline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4.  Platform architecture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5.  Capability tour: measurement → governance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6.  The web application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7.  Engineering rigor &amp; trust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  8. 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2514E"/>
                </a:solidFill>
                <a:latin typeface="Calibri"/>
              </a:rPr>
              <a:t>Appendix: backup slides addressing anticipated leadership questions follow the main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AICO turns “which AI model is best” from opinion into an auditable,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reproducible measurement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260604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7744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43200"/>
            <a:ext cx="22768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Hierarchical Bayesian capability scores with uncertainty — not a single leaderboard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148840"/>
            <a:ext cx="260604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37744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743200"/>
            <a:ext cx="22768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Why scores moved, whether the scale itself is stable, where capability is headed.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148840"/>
            <a:ext cx="2606040" cy="7315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37744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43200"/>
            <a:ext cx="22768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Procurement, ROI, and budget recommendations that are risk-adjusted and explainable.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148840"/>
            <a:ext cx="26060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37744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743200"/>
            <a:ext cx="22768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Every action audited, every fit reproducible and signed, access controlled by policy.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Status 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4632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846320"/>
            <a:ext cx="54864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95604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5778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analytical engines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16936" y="484632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16936" y="4846320"/>
            <a:ext cx="54864" cy="1234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8104" y="495604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18104" y="55778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REST endpoints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2" y="484632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10912" y="4846320"/>
            <a:ext cx="54864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95604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5778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web app pages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04888" y="484632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04888" y="4846320"/>
            <a:ext cx="54864" cy="1234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6056" y="495604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1,300+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6056" y="55778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automated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98864" y="484632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98864" y="4846320"/>
            <a:ext cx="54864" cy="1234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0032" y="4956048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Calibri"/>
              </a:rPr>
              <a:t>99.8%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55778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line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Why measuring AI capability the ad-hoc way breaks down at enterprise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Benchmark scores are point estimates — no uncertainty, so a 2-point gap looks the same whether it's real or noise.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Public leaderboards drift as benchmarks saturate or leak, silently invalidating year-over-year comparisons.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Every team scores models differently, so procurement and engineering can't compare notes on the same scale.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Model-selection decisions are made without quantified ROI, risk, or budget trade-offs.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When a decision is questioned, there is no audit trail back to the data, the model, or the person who published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Consequence: procurement overpays or underbuys, rankings flip-flop with the next data refresh, and</a:t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0B0B"/>
                </a:solidFill>
                <a:latin typeface="Calibri"/>
              </a:rPr>
              <a:t>leadership has no defensible answer when a model choice is challenged.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AICO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One pipeline, eight capability stages, each subsuming the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Bayesian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capability score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65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45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Stabilize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Scale stays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comparable over 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181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461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Where capability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is headed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897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Why a score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moved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613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893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Which benchmarks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are worth running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329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609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Procurement, ROI,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risk, budget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045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7325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Audit, reproduce,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secure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76104" y="2857500.0"/>
            <a:ext cx="128016" cy="0.0"/>
          </a:xfrm>
          <a:prstGeom prst="line">
            <a:avLst/>
          </a:prstGeom>
          <a:ln w="15875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104120" y="2148840"/>
            <a:ext cx="1243584" cy="141732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5560" y="22219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2478024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2825496"/>
            <a:ext cx="1060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One platform,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0F3F8"/>
                </a:solidFill>
                <a:latin typeface="Calibri"/>
              </a:rPr>
              <a:t>plugins, SDK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977639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Each stage is a full analytical engine, not a feature flag: stability and attribution both ship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changepoint/causal machinery beyond what today's web app surfaces, and portfolio optimization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(stage 5) is the newest capability, live in production this release.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120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 web application and REST API expose stages 1 through 7 today; stage 8 (the platform layer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plugins, SDK, workflow engine) is what lets every other stage be extended without touching the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engines it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Platform 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Business logic depends on protocols, never on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0F3F8"/>
                </a:solidFill>
                <a:latin typeface="Calibri"/>
              </a:rPr>
              <a:t>REST API  ·  Web application  ·  Interactive dashboards  ·  Executive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DOMAIN &amp;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53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0F3F8"/>
                </a:solidFill>
                <a:latin typeface="Calibri"/>
              </a:rPr>
              <a:t>16 analytical engines  ·  Fit pipeline  ·  Workflow orchestration  ·  SDK facade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11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59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0F3F8"/>
                </a:solidFill>
                <a:latin typeface="Calibri"/>
              </a:rPr>
              <a:t>Versioned storage (memory / SQLite / PostgreSQL)  ·  Auth  ·  Observability  ·  Plugins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Two structural rules, enforced by construction: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Business logic never imports infrastructure — the heavy statistical pipeline, storage, and even the workflow engine's clock are all injected, swappable protocols.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The dependency graph is acyclic across all 16 engine packages — no circular coupling to untangle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Capability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Hierarchical Bayesian latent-ability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Every model gets a full posterior distribution — mean, median, and a 95% credible interval — never a bare number.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Scores roll up through five layers: benchmark → domain → public/internal → global, so a regression is traceable to the exact benchmark that caused it.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Item Response Theory item parameters (discrimination, difficulty) separate "how hard is this benchmark" from "how capable is this model" — the same discipline standardized testing uses.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NUTS (full Bayesian) or Variational Inference (fast, approximate) — the same report shape either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Scale Stability &amp;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A score should move only when the model changes — not when the ruler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Tracks difficulty and discrimination drift between fits with statistical significance tests (not just "the number changed").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Flags benchmark saturation — when scores cluster against a ceiling and stop discriminating between models.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Detects leakage risk: models whose scores deviate suspiciously from what their ability predicts.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Equating machinery keeps old and new benchmark versions on one comparable scale, the same technique standardized exams use across test forms and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Where capability is headed, with calibrated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State-space, BSTS, GP, and saturation-curve forecast models — extrapolating the fitted history, not just drawing a trend line.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Every forecast horizon carries a growing uncertainty band — the platform is honest about how much less it knows further out.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Threshold probabilities answer the leadership question directly: "what's the chance model X clears bar Y by Q3?"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Feeds the decision engine's forward-looking risk assessment and the portfolio engine's one-step-ahead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Why did a model's score move? — a Shapley decomposition, not a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Decomposes any score change between two fits into exact, game-theoretic credit shares across domains or benchmarks — the shares always sum to the observed movement.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Exact enumeration for small component sets; a seeded Monte Carlo estimator scales to large ones without losing determinism — the same request always returns the same answer.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The engine writes the narrative itself: "reasoning drove +0.08 of the +0.11 gain; coding contributed the rest" — no manual interpretation step.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The deeper causal path (distribution-change attribution over raw observations) is a validated library capability, staged for a future job-based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Portfolio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Which benchmarks are worth running — the smallest suite, the most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5 · NEW THIS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Selects the smallest benchmark portfolio that captures a target share of the fleet's measurement information, via a provably near-optimal greedy algorithm.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Flags redundant, low-information, and saturated benchmarks with cited evidence — each a ranked retirement candidate, not a black-box score.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Every recommendation is evidence-linked: "retire X — 99.8% correlated with Y" or "add coverage to vision — 0% of its minimum requirement met."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Directly reduces evaluation spend: fewer benchmarks run per cycle without losing measurement fidelity.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554479"/>
            <a:ext cx="4114802" cy="3053955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ortfolio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54480"/>
            <a:ext cx="4114800" cy="30539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9480" y="4718161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98781"/>
                </a:solidFill>
                <a:latin typeface="Calibri"/>
              </a:rPr>
              <a:t>Live product screenshot — /portfolio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From measurement to a funded, risk-adjusted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Ranks investment candidates by expected ROI with uncertainty bands — never a single-point estimate leadership can't sanity-check.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Multi-criteria risk scoring (forecast, drift, vendor, generalization, operational) rolls up to one overall risk rating per candidate.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Budget-constrained knapsack allocation funds the best portfolio under a real dollar cap, with instant what-if scenarios ("what if the budget were $200K instead?").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554479"/>
            <a:ext cx="4114802" cy="279218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54480"/>
            <a:ext cx="4114800" cy="27921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9480" y="4456393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98781"/>
                </a:solidFill>
                <a:latin typeface="Calibri"/>
              </a:rPr>
              <a:t>Live output — the executive decision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Governance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Every action audited, every fit reproducible, every report 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An append-only, durable audit trail records every registration, ingestion, fit, decision, and attribution — who did what, when, with full detail.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Every published fit seals a reproducibility manifest — git commit, package versions, sampler seed, environment — hash-reverified on every read, so tampering is visible, not silent.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Deny-by-default RBAC/ABAC access control, HMAC-signed executive reports, and a generated CycloneDX SBOM for supply-chain review.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This is the difference between "a dashboard said so" and "here is the exact data, model, and person behind this number."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Every analytical surface, one same-origin proxy, one Zod-validated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Leaderboard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92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Ranked models, interval bars, CSV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50876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1600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892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Public vs internal generalization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0876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00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892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Value- and rank-HDI widths at any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508760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600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892808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Domain trajectories, small multiples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505456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596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Forecasts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889504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History + forecast bands, threshold odds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2505456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2596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2889504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Drift status, worst movers, tolerance bands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505456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2596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889504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Shapley waterfall, driver 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2505456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596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2889504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Immutable fit history, convergence, pagination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502152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593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886200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Procurement cards, risk bars, budget what-ifs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8728" y="3502152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75888" y="3593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3886200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Frontier chart, retirement candidates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4496" y="3502152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3593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Catalog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3886200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Domains, benchmarks, CSV ingestion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0264" y="3502152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07424" y="35935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Jobs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07424" y="3886200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Background recomputes, live SSE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498848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59028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882896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Audit trail, manifests, signature checker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38728" y="4498848"/>
            <a:ext cx="2606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5888" y="459028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5888" y="4882896"/>
            <a:ext cx="2331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14E"/>
                </a:solidFill>
                <a:latin typeface="Calibri"/>
              </a:rPr>
              <a:t>API connection, session, disconnect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98781"/>
                </a:solidFill>
                <a:latin typeface="Calibri"/>
              </a:rPr>
              <a:t>Next.js + TypeScript (strict) + Tailwind, dark mode, keyboard navigation, WCAG A/AA accessibility.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Engineering Rigor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The quality bar every change is held to before it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54864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70992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1,300+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3172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600200"/>
            <a:ext cx="54864" cy="1234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0992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line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600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600200"/>
            <a:ext cx="54864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70992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99.0%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33172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branch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23376" y="160020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1600200"/>
            <a:ext cx="54864" cy="1234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70992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33172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type-checked (mypy --strict)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01752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017520"/>
            <a:ext cx="54864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12724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74904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REST API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301752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6432" y="3017520"/>
            <a:ext cx="54864" cy="1234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12724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74904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web app pages, WCAG A/AA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9904" y="301752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3017520"/>
            <a:ext cx="54864" cy="1234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12724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74904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known security findings (bandit + pip-audit)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3376" y="301752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23376" y="3017520"/>
            <a:ext cx="54864" cy="1234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24544" y="3127248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3749040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maturity stages, each fully tested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Every change clears the same gate: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ruff (lint) + mypy --strict (no untyped code) + bandit + pip-audit (dependency vulnerabilities), run on every commit.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A coverage gate blocks merge below 95% line / 90% branch — the platform runs at 99.8% / 99.0%.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A wheel build and the full test suite must pass before any release is considered shippable.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Production-grade from day one, not bolted on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Deny-by-default RBAC/ABAC — every access decision is explainable and auditable.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API-key authentication at the edge; rate limiting per credential.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Secrets never in code or images — environment variables / AWS Secrets Manager only.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HMAC-signed executive reports; CycloneDX SBOM generated per release.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Structured request-ID logging; OpenTelemetry traces; Prometheus + Grafana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AWS: ALB → ECS Fargate (API, autoscaling) → RDS PostgreSQL 16 → S3 artifacts, via Terraform.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Docker Compose for local production-like stacks; a hardened Kubernetes manifest ships too.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CI quality gate: ruff, mypy --strict, bandit, pip-audit, full test suite + coverage gate, wheel build.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Storage is a swappable protocol — memory, SQLite, or PostgreSQL — no application code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Shipped this program, and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A30C"/>
                </a:solidFill>
                <a:latin typeface="Calibri"/>
              </a:rPr>
              <a:t>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✓  Capability measurement, stability, forecasting, attribution — the full analytical core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✓  Portfolio optimization — the smallest benchmark suite, live this release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✓  Decision intelligence — procurement, ROI, risk, budget what-ifs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✓  Governance — durable audit trail, sealed reproducibility manifests, signed reports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✓  Production deployment path — Docker, Kubernetes, Terraform/AWS, CI quality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78D6"/>
                </a:solidFill>
                <a:latin typeface="Calibri"/>
              </a:rPr>
              <a:t>NEXT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3434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1828800"/>
              </a:tblGrid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Graph Explorer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Interactive capability dependency graph — up next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Simulation Lab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Synthetic recovery/calibration studies, live progress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Medium–Large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Auth v2 + Polish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Role-scoped API keys, role-aware UI, i18n extraction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What we're asking leadership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AICO is production-ready today: measurement through governance, live API, live web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—  Confirm which business units pilot first — procurement/vendor selection is the fastest path to a visible ROI story.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—  Approve production cloud budget (AWS ECS/RDS/S3) to move from local/dev to a hosted deployment.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—  Prioritize the roadmap: Graph Explorer, Simulation Lab, or Auth v2 — see backup for the trade-offs.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—  Identify the benchmarks and models leadership most wants measured first, so onboarding starts with what matters most to this quarter's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Appendix follows: detailed answers to the questions this room is most likely to ask next.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AB6E8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Backup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FDEF2"/>
                </a:solidFill>
                <a:latin typeface="Calibri"/>
              </a:rPr>
              <a:t>Detailed answers to the questions this room is most likely to ask —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FDEF2"/>
                </a:solidFill>
                <a:latin typeface="Calibri"/>
              </a:rPr>
              <a:t>ROI framing, build-vs-buy, methodology, security detail, scalability,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FDEF2"/>
                </a:solidFill>
                <a:latin typeface="Calibri"/>
              </a:rPr>
              <a:t>extensibility, risks, phase history, data sources, and a glossary.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What's the ROI Case?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“Why should we fund this over just reading benchmark leaderboards?”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AICO is decision support — its ROI shows up in the decisions it improves, not in a license fee avoided.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9202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486400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Cost driver today (without AICO)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How AICO changes it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Procurement picks a model on a public leaderboard number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Picks on a posterior score with uncertainty, adjusted for your own internal benchmarks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 ranking flip after a benchmark update triggers a re-litigation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Drift and saturation are flagged before they silently invalidate a comparison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Evaluation budget is spent re-running every benchmark, every cycle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Portfolio optimization identifies which benchmarks are redundant or low-information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 contested model choice has no paper trail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Every score, decision, and access is in an immutable, queryable audit trail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 honest framing for leadership: this is a risk-reduction and evaluation-efficiency investment,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not a revenue line. The clearest, fastest-to-quantify win is the portfolio optimization engine —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it directly reduces the number of benchmark runs per cycle, which is a real, measurable line item.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Model-selection ROI (avoiding an over- or under-priced vendor contract) is larger in principle but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harder to attribute cleanly; recommend tracking it via a pilot on one upcoming procurement decision.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Why Build Instead of Buy?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“Couldn't we just use a vendor leaderboard or a spreadsheet?”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468880"/>
                <a:gridCol w="1828800"/>
                <a:gridCol w="1828800"/>
              </a:tblGrid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Uncertainty?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Your own benchmarks?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Audit trail?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Decision support?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Public leaderboard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Internal spreadsheet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Vendor eval platform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Limited / paid tiers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AICO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Yes — full posteriors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Yes — first-class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Yes — durable, signed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Yes — ROI/risk/budget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75488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Public leaderboards measure public benchmarks only — they cannot see your internal, proprietary evaluation suites at all.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A vendor platform means your evaluation methodology, and your model comparisons, live in someone else's system of record — with a recurring license cost either way.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The platform is one Python distribution with a documented plugin system, so bringing in a vendor's specific benchmark or storage backend later is an integration, not a rebuild.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How Do We Know the Numbers Are Trustworthy?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“What stops this from just being another confident-sounding dashboard?”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Hierarchical Bayesian estimation, not point statistics — every score is a posterior distribution sampled with NUTS (or approximated with Variational Inference), with convergence diagnostics (R-hat, effective sample size, divergences) checked on every fit.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Item Response Theory separates benchmark difficulty from model ability — a hard benchmark and an easy one are never compared on the same raw scale.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A dedicated validation package runs parameter-recovery studies, forecast calibration checks, coverage-probability tests, and posterior-predictive checks — inside the same automated test gate as every other engine, not a one-off notebook.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—  A fit that fails its convergence checks is marked as such in the API response — the platform surfaces its own uncertainty about its uncertainty rather than hiding a bad 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EFECF8"/>
          </a:solidFill>
          <a:ln w="952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85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The credible interval is the point: two models 0.1 apart on the scale with overlapping 95%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intervals are reported as statistically indistinguishable — not silently ranked 1st and 2nd.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Security &amp; Compliance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“What are the actual guarantees, not just the marketing language?”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126480"/>
                <a:gridCol w="2286000"/>
              </a:tblGrid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API-key bearer tokens, checked on every request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server/auth.py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Authorization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Deny-by-default RBAC + ABAC; every decision has a human-readable reason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observatory/security.py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Append-only, durable trail of every registration, ingestion, fit, decision, access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governance/, observatory/audit.py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Secrets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Never in code or images; env vars locally, AWS Secrets Manager in production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deployment/terraform/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Report integrity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HMAC-SHA256 signed executive reports; detached signature verification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observatory/security.py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Every fit sealed under a SHA-256 content hash; re-verified on every read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observatory/manifest.py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CycloneDX SBOM generated per release; pip-audit + bandit in the CI gate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CI quality gate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Rate limiting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Per-credential request limits with Retry-After on 429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server/rate_limit.py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Cloud Architecture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“How does this scale, and what does it cost to run?”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49424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Web app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(browser)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354580.0"/>
            <a:ext cx="256032" cy="0.0"/>
          </a:xfrm>
          <a:prstGeom prst="line">
            <a:avLst/>
          </a:prstGeom>
          <a:ln w="19050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9232" y="182880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9385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49424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Application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Load Balancer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9472" y="2354580.0"/>
            <a:ext cx="256032" cy="0.0"/>
          </a:xfrm>
          <a:prstGeom prst="line">
            <a:avLst/>
          </a:prstGeom>
          <a:ln w="19050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5504" y="182880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9385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ECS Fargate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249424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API service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(CPU autoscaled)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5744" y="2354580.0"/>
            <a:ext cx="256032" cy="0.0"/>
          </a:xfrm>
          <a:prstGeom prst="line">
            <a:avLst/>
          </a:prstGeom>
          <a:ln w="19050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51776" y="182880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19385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RDS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249424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Versioned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storage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72016" y="2354580.0"/>
            <a:ext cx="256032" cy="0.0"/>
          </a:xfrm>
          <a:prstGeom prst="line">
            <a:avLst/>
          </a:prstGeom>
          <a:ln w="19050">
            <a:solidFill>
              <a:srgbClr val="89878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28048" y="182880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19385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7776" y="2249424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Artifacts &amp;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0F3F8"/>
                </a:solidFill>
                <a:latin typeface="Calibri"/>
              </a:rP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98781"/>
                </a:solidFill>
                <a:latin typeface="Calibri"/>
              </a:rPr>
              <a:t>Provisioned entirely by Terraform (deployment/terraform/) — ECR, Secrets Manager, and CloudWatch complete the stack.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49039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The API scales horizontally behind the load balancer — CPU-based autoscaling on ECS Fargate; a Kubernetes manifest with the same shape ships for teams standardized on k8s.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The heaviest cost driver is the Bayesian fit itself (NUTS sampling), not request serving — it runs as a background job with live progress, so API latency stays flat regardless of fit duration.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Storage is a swappable protocol, not a hard dependency: start on SQLite for a pilot, move to the same RDS PostgreSQL instance as everything else once volume justifies it — no application code changes.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—  DuckDB, S3, Azure Blob, and GCS all attach through the same storage-plugin interface if a different cloud or a data-lake pattern is preferred later.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Extensibility &amp; Maintenance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“What does it take to keep this running and to extend it?”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One Python distribution, one version, one CI gate — not sixteen separately-released packages to coordinate. Bounded contexts are enforced by import discipline and per-package tests, not repo splits.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Eleven plugin kinds (benchmark, metric, normalizer, likelihood model, IRT model, forecast model, visualization, report, authentication, storage, notification) let a team add a new benchmark type, storage backend, or forecast model without touching platform code — declared via a versioned manifest and discovered automatically.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The workflow engine (retries, backoff, abort-vs-skip recovery) is domain logic today, in-process — the same step and retry definitions host on Temporal or Prefect unchanged if the team later needs a distributed job scheduler.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The frontend is a genuinely separate project (its own toolchain, its own gate) so frontend and platform engineers can each own their half without stepping on each other's release cadence.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5780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1324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Practical read: one engineering owner can maintain the platform day-to-day; extending it with a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new benchmark type or storage backend is a plugin, not a fork.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“What could go wrong, and what's already in place for it?”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388"/>
                <a:gridCol w="5567082"/>
                <a:gridCol w="1237129"/>
              </a:tblGrid>
              <a:tr h="60089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Benchmark leakage / saturation goes unnoticed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Automated saturation &amp; leakage-risk scoring flag it before it silently invalidates scores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B219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 bad fit is trusted as if it converged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Convergence diagnostics (R-hat, ESS, divergences) gate every fit; failures are surfaced, not hidden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AB219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Over-reliance on automation for high-stakes calls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Every number ships with uncertainty and a narrative explanation — designed for human judgment, not to replace it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C835A"/>
                          </a:solidFill>
                          <a:latin typeface="Calibri"/>
                        </a:rPr>
                        <a:t>Managed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Provenance data is tampered with after the fact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Manifests are hash-sealed and re-verified on every read; tampering shows up as a visible flag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 single point of failure in storage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Storage is a swappable protocol on managed RDS PostgreSQL with automated backups — not a bespoke datastore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Unauthorized access to sensitive capability data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Deny-by-default RBAC/ABAC plus a full audit trail of every access decision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CA30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Delivery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What shipped, phase by phase, this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10515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412480"/>
              </a:tblGrid>
              <a:tr h="42394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T="50800" marB="50800" marL="101600" anchor="ctr">
                    <a:solidFill>
                      <a:srgbClr val="0D366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Hierarchical Bayesian capability estimation, IRT, scoring, benchmark catalog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Scale stability, drift detection, equating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Forecasting engine — state-space, BSTS, GP, saturation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Attribution engine — Shapley decomposition, causal graphs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Governance, security, observability, plugin architecture, SDK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Frontend 0–1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Web app foundations; every existing endpoint exposed as a page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Frontend 2.1–3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Forecasts, decisions, stability pages; Vitest/Playwright/axe; Docker/Terraform/CI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Frontend 2b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Attribution — Shapley waterfall page + backend endpoint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Frontend 2e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Governance — durable audit trail, sealed manifests, signature checker</a:t>
                      </a:r>
                    </a:p>
                  </a:txBody>
                  <a:tcPr marT="50800" marB="50800" marL="101600" anchor="ctr">
                    <a:solidFill>
                      <a:srgbClr val="FFFFFF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Frontend 2c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Portfolio optimization — scorecard, frontier, retirement candidates (this release)</a:t>
                      </a:r>
                    </a:p>
                  </a:txBody>
                  <a:tcPr marT="50800" marB="50800" marL="101600"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Data Sources &amp;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“What data does this actually run on, and who controls it?”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Three typed objects define every input: a Benchmark (what's being measured, which domain, public or internal), a Metric (the likelihood family — accuracy, pass-rate, ordinal rubric score, and more), and an Observation (one model's value on one metric).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Benchmarks are explicitly tagged public or internal — public leaderboard benchmarks and your own proprietary evaluation suites are first-class citizens on the same scale, never conflated.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Observations are appended, never mutated in place — the full history of what was measured, and when, is preserved for every fit that was ever published.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—  Onboarding a new benchmark runs through a calibration pipeline with pass / needs-review / reject recommendations — a new evaluation suite doesn't silently degrade the shared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CEFE5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Nothing about the platform requires your data to leave your infrastructure: bring your own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Calibri"/>
              </a:rPr>
              <a:t>PostgreSQL, your own S3 bucket, your own network boundary — the storage layer is a protocol.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Backup: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DEF2"/>
                </a:solidFill>
                <a:latin typeface="Calibri"/>
              </a:rPr>
              <a:t>Plain-language definitions for terms used in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AI Capability Observatory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Internal Capability Index — the platform's composite Bayesian capability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Posterior / credible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The Bayesian result: a range of plausible values with a probability attached, not one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284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HDI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21024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Highest Density Interval — the narrowest range containing a given probability mass (e.g. 95%).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611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IRT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53712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Item Response Theory — separates "how hard is the test" from "how able is the model".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937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NUTS / 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No-U-Turn Sampler (full Bayesian, slower, exact) and Variational Inference (fast, approximate) — the platform's two fitting methods.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Shapley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55648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A game-theoretic way to split credit for an outcome fairly among its contributing factors.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957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Drift / saturation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88336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Drift: the measurement scale shifting under you. Saturation: a benchmark's scores clustering at the ceiling, so it stops discriminating between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284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RBAC / ABAC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21024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Role-Based / Attribute-Based Access Control — who is allowed to do what, and under what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611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SBOM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53712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Software Bill of Materials — an inventory of every software component in a release, for supply-chain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937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B0B"/>
                </a:solidFill>
                <a:latin typeface="Calibri"/>
              </a:rPr>
              <a:t>Reproducibility manifest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48640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A sealed record of exactly what produced a result — code version, data, configuration, environment — so it can be checked or rerun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