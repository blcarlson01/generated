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LLM Benchmarking Framework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Modern Dark‑Mode Edition for Leadership &amp;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Benchmarking LLMs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Ensures consistent measurement of model performance over time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Aligns evaluation with organizational priorities &amp; risk tolerance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Enables comparison across model versions and vendors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Drives responsible adoption, quality, and continuous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Level 1: Publicly Available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Industry-standard tests for general LLM capability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Examples: MMLU, MT-Bench, HumanEval, GSM8K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✅ Comparable, objective, open validation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⚠️ Increasingly gamed, weak correlation to real‑world enterprise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Level 2: Internal Public‑Style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Recreates public tests using company‑specific terminology &amp; context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Maintains comparability with the public baselines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✅ Domain‑tailored insights with low privacy risk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⚠️ Still synthetic and does not measure real workflow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Level 3: Employee‑Driven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Uses real internal workflows to evaluate actual on‑the‑job performance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Examples: drafting, analysis, classification, troubleshooting, customer support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✅ Measures productivity, usability, and real impact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⚠️ Requires careful data handling and evaluation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Level 4 (Proposed): Strategic Impact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Evaluates LLMs based on business outcomes and risk‑aware decision making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Metrics: time saved, quality uplift, risks avoided, customer satisfaction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Includes edge‑case stress testing and ethical guardrails checks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🎯 Aligns model evaluation to business value + accountability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4-Level LLM Benchmarking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92024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Level 1:</a:t>
            </a:r>
          </a:p>
          <a:p>
            <a:r>
              <a:t>Public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371600"/>
            <a:ext cx="192024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Level 2:</a:t>
            </a:r>
          </a:p>
          <a:p>
            <a:r>
              <a:t>Internal Public‑Style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71600"/>
            <a:ext cx="192024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Level 3:</a:t>
            </a:r>
          </a:p>
          <a:p>
            <a:r>
              <a:t>Employee Workflow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1371600"/>
            <a:ext cx="1920240" cy="1828800"/>
          </a:xfrm>
          <a:prstGeom prst="rect">
            <a:avLst/>
          </a:prstGeom>
          <a:solidFill>
            <a:srgbClr val="28282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Level 4:</a:t>
            </a:r>
          </a:p>
          <a:p>
            <a:r>
              <a:t>Strategic Impact Benchmark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 for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Adopt all four levels to build a holistic enterprise LLM evaluation model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Prioritize Levels 3 &amp; 4 to validate real business value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Centralize benchmark governance and refresh quarterly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Report aggregate scores for transparency and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Form a cross‑functional LLM Benchmarking board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Define Level 3 scoring rubrics with SMEs and compliance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Pilot Level 4 with one high‑impact business unit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Iterate → Standardize → Scale enterprise‑wide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