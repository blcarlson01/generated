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8E6FF"/>
                </a:solidFill>
              </a:defRPr>
            </a:pPr>
            <a:r>
              <a:t>Level 4 Deep Dive: Continuous LLM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DCE6"/>
                </a:solidFill>
              </a:defRPr>
            </a:pPr>
            <a:r>
              <a:t>Building an Enterprise-Grade AI Benchmarking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8E6FF"/>
                </a:solidFill>
              </a:defRPr>
            </a:pPr>
            <a:r>
              <a:t>What Level 4 Really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DCE6"/>
                </a:solidFill>
              </a:defRPr>
            </a:pPr>
            <a:r>
              <a:t>LLM Benchmarking becomes mission‑critical infrastructure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Self‑improving AI systems driven by data + feedback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Performance becomes an organizational competitive advantage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8E6FF"/>
                </a:solidFill>
              </a:defRPr>
            </a:pPr>
            <a:r>
              <a:t>Level 4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DCE6"/>
                </a:solidFill>
              </a:defRPr>
            </a:pPr>
            <a:r>
              <a:t>Automated benchmarking pipeline across all LLM use cases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Multi‑model routing layer optimizing cost, accuracy, and risk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Continuous feedback loops enabling self‑learning and fine‑tuning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8E6FF"/>
                </a:solidFill>
              </a:defRPr>
            </a:pPr>
            <a:r>
              <a:t>6 Pillars of Level 4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DCE6"/>
                </a:solidFill>
              </a:defRPr>
            </a:pPr>
            <a:r>
              <a:t>Automated Evaluation &amp; Scoring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Multi‑Model Routing &amp; Vendor Optimization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Closed‑Loop Continuous Improvement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Observability &amp; Performance Analytics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Governance, Safety &amp; Risk Controls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Benchmarking as a Product (internal IP)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8E6FF"/>
                </a:solidFill>
              </a:defRPr>
            </a:pPr>
            <a:r>
              <a:t>Closed‑Loop Continuous Improvement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DCE6"/>
                </a:solidFill>
              </a:defRPr>
            </a:pPr>
            <a:r>
              <a:t>Capture real‑world data &amp; user feedback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Evaluate model outputs against benchmarks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Tune models, routing, or system behavior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Redeploy, monitor, and repeat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8E6FF"/>
                </a:solidFill>
              </a:defRPr>
            </a:pPr>
            <a:r>
              <a:t>Automated 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DCE6"/>
                </a:solidFill>
              </a:defRPr>
            </a:pPr>
            <a:r>
              <a:t>Automated test generation &amp; scoring pipelines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Combines synthetic, real, and human‑reviewed datasets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Human‑in‑the‑loop for edge and high‑risk evaluations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8E6FF"/>
                </a:solidFill>
              </a:defRPr>
            </a:pPr>
            <a:r>
              <a:t>Multi‑Model Routing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DCE6"/>
                </a:solidFill>
              </a:defRPr>
            </a:pPr>
            <a:r>
              <a:t>Route requests based on cost, accuracy, latency, or risk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Dynamic vendor switching to maintain performance advantage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A/B testing in production to validate model upgrades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8E6FF"/>
                </a:solidFill>
              </a:defRPr>
            </a:pPr>
            <a:r>
              <a:t>Performance Observability &amp;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DCE6"/>
                </a:solidFill>
              </a:defRPr>
            </a:pPr>
            <a:r>
              <a:t>Accuracy, latency, cost, hallucination rate, satisfaction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Model drift detection and real‑time alerting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Benchmarks segmented by use case and risk 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8E6FF"/>
                </a:solidFill>
              </a:defRPr>
            </a:pPr>
            <a:r>
              <a:t>Level 4 Readiness Self‑Assessment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DCE6"/>
                </a:solidFill>
              </a:defRPr>
            </a:pPr>
            <a:r>
              <a:t>Rate each dimension 1–5 to identify gaps: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• Automated Evaluation &amp; Testing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• Routing &amp; Optimization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• Feedback Loops &amp; Learning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• Governance &amp; Metrics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• Platform, Data &amp; MLOps Maturity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8E6FF"/>
                </a:solidFill>
              </a:defRPr>
            </a:pPr>
            <a:r>
              <a:t>Use Case: Enterprise RAG Knowledge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DCE6"/>
                </a:solidFill>
              </a:defRPr>
            </a:pPr>
            <a:r>
              <a:t>Internal knowledge assistant powered by Level 4 system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Self‑learning via feedback and continuous benchmarking</a:t>
            </a:r>
          </a:p>
          <a:p>
            <a:pPr lvl="1">
              <a:defRPr sz="2200">
                <a:solidFill>
                  <a:srgbClr val="DCDCE6"/>
                </a:solidFill>
              </a:defRPr>
            </a:pPr>
            <a:r>
              <a:t>Ensures high trust, accuracy, and context‑aware responses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